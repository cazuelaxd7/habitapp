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26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SUMATIVA 1 · FASE 1: DEFINICIÓN DEL PROYECTO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HabitApp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unificada de reservas, multas y gastos comunes para condominios residenciales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69494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5A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4498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Larraín   ·   Diego Flores   ·   Cristian Valenzuela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oral equitativa · máximo 8 minutos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 E IMPACTO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administración de condominios fragmentada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2356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actual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espacios comunes, multas y gastos comunes suele hacerse hoy con planillas, cuadernos o grupos de mensajería.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procesos ineficientes, descentralizados y poco transparentes para residentes y administradores.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29400" y="2112264"/>
            <a:ext cx="640080" cy="640080"/>
          </a:xfrm>
          <a:prstGeom prst="ellipse">
            <a:avLst/>
          </a:prstGeom>
          <a:solidFill>
            <a:srgbClr val="CFE8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21122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sin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231343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reserva de espacios comunes por falta de un registro único y visible.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27355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29400" y="3602736"/>
            <a:ext cx="640080" cy="640080"/>
          </a:xfrm>
          <a:prstGeom prst="ellipse">
            <a:avLst/>
          </a:prstGeom>
          <a:solidFill>
            <a:srgbClr val="CFE8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3602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52360" y="34381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de multas opaco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38039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infracciones ni evidencia clara para residentes y comité.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476402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629400" y="5093208"/>
            <a:ext cx="640080" cy="640080"/>
          </a:xfrm>
          <a:prstGeom prst="ellipse">
            <a:avLst/>
          </a:prstGeom>
          <a:solidFill>
            <a:srgbClr val="CFE8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5093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2360" y="4928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desordenados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529437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comunes gestionados manualmente, sin reportes de estado por unidad.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 E IMPACTO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una plataforma unificada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centraliza en una sola aplicación móvil la reserva de espacios comunes, el cobro de multas y el pago de gastos comunes, con roles diferenciados para residentes y administradores.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50292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único de espacios comunes con disponibilidad en tiempo real.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17720" y="2926080"/>
            <a:ext cx="50292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notificación de infracciones con historial por residente.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97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412480" y="2926080"/>
            <a:ext cx="50292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12480" y="3108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comunes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y seguimiento del estado financiero de cada unidad.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Y SIMULADO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tiempo administrativo del comité, aporta transparencia financiera a los residentes y sirve como caso simulado representativo de la digitalización de la gestión inmobiliaria residencial en Chile.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PERFIL DE EGRESO E INTERESES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 aplicadas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una aplicación híbrida completa, de extremo a extremo, con Ionic y Angular.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bases de datos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69480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 NoSQL en Firestore para una gestión escalable de información del condominio.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aplicaciones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4389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una arquitectura móvil con control de accesos por roles (residente / administrador).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3796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37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ágil de proyectos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9480" y="4389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seguimiento del trabajo en equipo mediante metodología Scrum.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794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CFE8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37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PROFESIONALES DEL EQUIPO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343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conecta con nuestro interés por el desarrollo full-stack, la experiencia de usuario en apps móviles y las arquitecturas cloud, orientando nuestra formación hacia productos reales de impacto social.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FACTIBILIDAD Y RIESGOS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Viabilidad del proyecto y gestión de riesgos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FACTIBLE?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434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meses de desarrollo organizados en sprints Scrum de 2 semanas (≈8 sprints).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maduro y bien documentado: Ionic, Angular y Firebase.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3 integrantes con roles y responsabilidades definidos desde la Fase 1.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 a un MVP con las tres funcionalidades núcleo del condominio.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2194560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035040" y="23134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— integración de pagos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263347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pasarela probada en modo sandbox y pruebas de integración tempranas.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3493008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035040" y="3611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funcionalidades extra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3931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priorizado: MVP primero, funcionalidades adicionales sólo si el tiempo lo permite.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4791456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035040" y="4910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— resistencia de usuarios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52303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temprana con residentes y administradores reales, con ciclos de feedback.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objetivos específicos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móvil híbrida que centralice la gestión administrativa de condominios residenciales, optimizando la comunicación entre residentes y administradores.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reservas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reserva de espacios comunes con validación de disponibilidad en tiempo real.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multas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registro y notificación de multas con trazabilidad por residente.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6676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gastos comunes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676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una pasarela de pago con reportes de estado financiero por unidad habitacional.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METODOLOGÍA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ágil y arquitectura técnica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9912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semanas, con reuniones de planificación y revisión al cierre de cada ciclo. El control de versiones y la documentación se registran de forma continua en GitHub.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Larraín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9718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7216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Flores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37216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Base de datos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47141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Valenzuela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47141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Integración y Documentación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49631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8660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86600" y="2807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híbrida con Ionic y Angular.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54787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08660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866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NoSQL con Firebase Firestore.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59943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08660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86600" y="49103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con roles de residente y administrador.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PLAN DE TRABAJO E HITOS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general — 4 meses de desarrollo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531352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34440" y="2670048"/>
            <a:ext cx="9692640" cy="0"/>
          </a:xfrm>
          <a:prstGeom prst="line">
            <a:avLst/>
          </a:prstGeom>
          <a:noFill/>
          <a:ln w="25400">
            <a:solidFill>
              <a:srgbClr val="C6D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639062" y="2377440"/>
            <a:ext cx="585216" cy="585216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3906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24917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675888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1259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Requerimientos, diseño UX/UI y modelado de la base de datos.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5122" y="2377440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0512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51860" y="3246120"/>
            <a:ext cx="24917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34740" y="33832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4740" y="3675888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núcleo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4740" y="4206240"/>
            <a:ext cx="21259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por roles y módulo de reservas de espacios comunes.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1182" y="2377440"/>
            <a:ext cx="585216" cy="585216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7118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24917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3675888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21259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multas, pago de gastos comunes y notificaciones.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37242" y="2377440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3724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83980" y="3246120"/>
            <a:ext cx="24917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66860" y="33832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66860" y="3675888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66860" y="4206240"/>
            <a:ext cx="21259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ajustes finales, evidencias y defensa del proyecto.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clave: cierre de cada fase con demo funcional al equipo y registro continuo de avance en GitHub (código, documentación y evidencias).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7 · EVIDENCIAS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Entregables técnicos que permitirán demostrar el cumplimiento de las metas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53312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4721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426464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Prototipo /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682495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Capturas de las pantallas principales y navegación del MVP.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53312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17336" y="14721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426464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Autenticación 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82495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Inicio de sesión y acceso diferenciado: residente / administrador.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85416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3042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258568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Reservas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514600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Reserva realizada y validación de disponibilidad del espacio.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185416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17336" y="23042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258568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Multas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14600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Registro, notificación e historial de una infracción.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17520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31363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090672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Gastos comunes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346703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Estado de cuenta y comprobante de pago en ambiente de prueba.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017520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17336" y="31363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090672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346703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Registros de prueba almacenados y consultados desde la aplicación.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49624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" y="396849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922776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Pruebas funcionales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4178808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Casos de prueba con resultado esperado y resultado obtenido.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849624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17336" y="396849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922776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178808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Commits y evolución del código asociados a las funcionalidades.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681728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2376" y="48006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475488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Backlog / Scrum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8" y="5010912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Historias de usuario, avance por sprint y retrospectivas.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4681728"/>
            <a:ext cx="516636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17336" y="48006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75488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/>
            </a:pPr>
            <a:r>
              <a:t>Correcciones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010912"/>
            <a:ext cx="429768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/>
            </a:pPr>
            <a:r>
              <a:t>Evidencia de ajustes realizados después de las pruebas.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Evidencias principalmente mediante capturas, pruebas funcionales y registros del desarrollo; sin métricas complejas.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789920" y="-164592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436745" y="9144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493895" y="1435608"/>
            <a:ext cx="11449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1435608"/>
            <a:ext cx="10096500" cy="273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resolver un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centralizacion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gestion de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condominios</a:t>
            </a:r>
            <a:endParaRPr lang="en-US" sz="2400" dirty="0">
              <a:solidFill>
                <a:srgbClr val="9AA9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comunes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4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 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Plataforma,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conocemos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organizadamente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Ademas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permitiran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r>
              <a:rPr lang="en-US" sz="2400" b="1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2400" b="1" dirty="0" err="1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HabitApp — Fase 1: Definición del Proyecto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1122</Words>
  <Application>Microsoft Office PowerPoint</Application>
  <PresentationFormat>Panorámica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Flores</cp:lastModifiedBy>
  <cp:revision>2</cp:revision>
  <dcterms:created xsi:type="dcterms:W3CDTF">2026-09-02T03:41:57Z</dcterms:created>
  <dcterms:modified xsi:type="dcterms:W3CDTF">2026-09-02T17:37:40Z</dcterms:modified>
</cp:coreProperties>
</file>